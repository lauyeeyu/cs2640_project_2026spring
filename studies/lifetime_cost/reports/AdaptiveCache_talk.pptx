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ADAPTIVECACHE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When less is more —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 memory experiment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in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6077C7"/>
                </a:solidFill>
                <a:latin typeface="Calibri"/>
              </a:rPr>
              <a:t>I gave four AI agents the same bug to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6077C7"/>
                </a:solidFill>
                <a:latin typeface="Calibri"/>
              </a:rPr>
              <a:t>The one that succeeded was the one I told the least.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7C7"/>
                </a:solidFill>
                <a:latin typeface="Calibri"/>
              </a:rPr>
              <a:t>Vlad Cainamisir  ·  Harvard  ·  AdaptiveCache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  <a:latin typeface="Calibri"/>
              </a:rPr>
              <a:t>An AI agent's memory fills up — what should we leave behind?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Compaction = drop old observations and leave a placeholder. The question is: what should the placeholder say?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029200" cy="3108960"/>
          </a:xfrm>
          <a:prstGeom prst="rect">
            <a:avLst/>
          </a:prstGeom>
          <a:solidFill>
            <a:srgbClr val="FFF4C8"/>
          </a:solidFill>
          <a:ln w="9525">
            <a:solidFill>
              <a:srgbClr val="CCB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Calibri"/>
              </a:rPr>
              <a:t>PLAIN POST-IT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1F2937"/>
                </a:solidFill>
                <a:latin typeface="Consolas"/>
              </a:rPr>
              <a:t>[I read this file]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Just a marker. The agent has to re-read the file if it needs the content again.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011680"/>
            <a:ext cx="5029200" cy="3108960"/>
          </a:xfrm>
          <a:prstGeom prst="rect">
            <a:avLst/>
          </a:prstGeom>
          <a:solidFill>
            <a:srgbClr val="FFF4C8"/>
          </a:solidFill>
          <a:ln w="9525">
            <a:solidFill>
              <a:srgbClr val="CCB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  <a:latin typeface="Calibri"/>
              </a:rPr>
              <a:t>DETAILED POST-IT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onsolas"/>
              </a:rPr>
              <a:t>[I read this file. It contained:</a:t>
            </a:r>
          </a:p>
          <a:p>
            <a:pPr algn="ctr"/>
            <a:r>
              <a:rPr sz="1400" b="1" i="0">
                <a:solidFill>
                  <a:srgbClr val="1F2937"/>
                </a:solidFill>
                <a:latin typeface="Consolas"/>
              </a:rPr>
              <a:t> setup, configure, runtest,</a:t>
            </a:r>
          </a:p>
          <a:p>
            <a:pPr algn="ctr"/>
            <a:r>
              <a:rPr sz="1400" b="1" i="0">
                <a:solidFill>
                  <a:srgbClr val="1F2937"/>
                </a:solidFill>
                <a:latin typeface="Consolas"/>
              </a:rPr>
              <a:t> makereport, evaluate]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56616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Same eviction, but the placeholder summarizes what was inside. More information → should be better, right?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Reasonable expectation: the detailed Post-it should help the AI more.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3A8A"/>
                </a:solidFill>
                <a:latin typeface="Calibri"/>
              </a:rPr>
              <a:t>Same bug. Same agent. Four runs. Only the Post-it 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pytest-7490 — a real bug from the pytest test framework.</a:t>
            </a:r>
          </a:p>
        </p:txBody>
      </p:sp>
      <p:pic>
        <p:nvPicPr>
          <p:cNvPr id="5" name="Picture 4" descr="fig3_placeholder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20" y="1463040"/>
            <a:ext cx="8220511" cy="4206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852160"/>
            <a:ext cx="11091672" cy="7772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4255C"/>
                </a:solidFill>
                <a:latin typeface="Calibri"/>
              </a:rPr>
              <a:t>The DETAILED Post-it lost both runs — agent retried the wrong fix 18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  <a:latin typeface="Calibri"/>
              </a:rPr>
              <a:t>Why does more information make things worse?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9E73"/>
                </a:solidFill>
                <a:latin typeface="Calibri"/>
              </a:rPr>
              <a:t>PLAIN POST-IT  →  succeeds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Agent reads placeholder.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Sees nothing actionable.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Forced to re-read the file.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Notices a detail it missed.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Follows the lead to the right region.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Fixes the bug in 4 edits.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3912" y="1371600"/>
            <a:ext cx="548640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508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9F00"/>
                </a:solidFill>
                <a:latin typeface="Calibri"/>
              </a:rPr>
              <a:t>DETAILED POST-IT  → 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05740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Agent reads function names.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Picks one and starts editing.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Test fails. Tries again. Fails.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Never re-reads the actual file —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the placeholder seemed enough.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18 edits on the wrong function.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52160"/>
            <a:ext cx="11091672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Lesson: a confident-looking summary anchors the agent on the wrong hypothesis.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you leave behind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matters more than what you remove.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077C7"/>
                </a:solidFill>
                <a:latin typeface="Calibri"/>
              </a:rPr>
              <a:t>1.  More context can hurt — it removes the agent's pressure to update.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077C7"/>
                </a:solidFill>
                <a:latin typeface="Calibri"/>
              </a:rPr>
              <a:t>2.  Empty hints force a fresh look. Confident summaries anchor.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077C7"/>
                </a:solidFill>
                <a:latin typeface="Calibri"/>
              </a:rPr>
              <a:t>3.  Compaction tested 8 strategies — most lose to doing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9F00"/>
                </a:solidFill>
                <a:latin typeface="Calibri"/>
              </a:rPr>
              <a:t>    But when you DO compress: less is more.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7C7"/>
                </a:solidFill>
                <a:latin typeface="Calibri"/>
              </a:rPr>
              <a:t>Thank you.   ·   github · /vladcainamisir/adaptivecache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6077C7"/>
                </a:solidFill>
                <a:latin typeface="Calibri"/>
              </a:rPr>
              <a:t>Project arc · vision · methods · supporting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project — four phases, one negative-with-a-twist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Phase A: measurement → Phase B: τ-bench → Phase C: SWE-bench → Phase D: mechanism finding.</a:t>
            </a:r>
          </a:p>
        </p:txBody>
      </p:sp>
      <p:pic>
        <p:nvPicPr>
          <p:cNvPr id="5" name="Picture 4" descr="fig6_project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68" y="1417320"/>
            <a:ext cx="1041961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AdaptiveCache vision — context as a live, ordered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Reorganize the prompt on compaction: pin stable items at the front; leave evictable holes in the suffix.</a:t>
            </a:r>
          </a:p>
        </p:txBody>
      </p:sp>
      <p:pic>
        <p:nvPicPr>
          <p:cNvPr id="5" name="Picture 4" descr="fig8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27" y="1417320"/>
            <a:ext cx="8289296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The compaction design space — 6 families, 12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All 12 policies we tested split on which signal they trust to decide what to drop.</a:t>
            </a:r>
          </a:p>
        </p:txBody>
      </p:sp>
      <p:pic>
        <p:nvPicPr>
          <p:cNvPr id="5" name="Picture 4" descr="fig9_method_famil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68" y="1417320"/>
            <a:ext cx="884421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none</a:t>
            </a:r>
          </a:p>
        </p:txBody>
      </p:sp>
      <p:pic>
        <p:nvPicPr>
          <p:cNvPr id="6" name="Picture 5" descr="method_01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0995"/>
            <a:ext cx="11091672" cy="37760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naive_summary</a:t>
            </a:r>
          </a:p>
        </p:txBody>
      </p:sp>
      <p:pic>
        <p:nvPicPr>
          <p:cNvPr id="6" name="Picture 5" descr="method_02_na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894"/>
            <a:ext cx="11091672" cy="4452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microcompact</a:t>
            </a:r>
          </a:p>
        </p:txBody>
      </p:sp>
      <p:pic>
        <p:nvPicPr>
          <p:cNvPr id="6" name="Picture 5" descr="method_03_micro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894"/>
            <a:ext cx="11091672" cy="4452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9D7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SUMMARIZE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prefix_preserving</a:t>
            </a:r>
          </a:p>
        </p:txBody>
      </p:sp>
      <p:pic>
        <p:nvPicPr>
          <p:cNvPr id="6" name="Picture 5" descr="method_04_prefix_pre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894"/>
            <a:ext cx="11091672" cy="4452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position_aware</a:t>
            </a:r>
          </a:p>
        </p:txBody>
      </p:sp>
      <p:pic>
        <p:nvPicPr>
          <p:cNvPr id="6" name="Picture 5" descr="method_05_position_a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0427"/>
            <a:ext cx="11091672" cy="3697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evict_oldest</a:t>
            </a:r>
          </a:p>
        </p:txBody>
      </p:sp>
      <p:pic>
        <p:nvPicPr>
          <p:cNvPr id="6" name="Picture 5" descr="method_06_evict_old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894"/>
            <a:ext cx="11091672" cy="4452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smart_evict</a:t>
            </a:r>
          </a:p>
        </p:txBody>
      </p:sp>
      <p:pic>
        <p:nvPicPr>
          <p:cNvPr id="6" name="Picture 5" descr="method_07_smart_ev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6940"/>
            <a:ext cx="11091672" cy="4284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score_periodic</a:t>
            </a:r>
          </a:p>
        </p:txBody>
      </p:sp>
      <p:pic>
        <p:nvPicPr>
          <p:cNvPr id="6" name="Picture 5" descr="method_08_score_period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894"/>
            <a:ext cx="11091672" cy="4452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llm_reorganizer</a:t>
            </a:r>
          </a:p>
        </p:txBody>
      </p:sp>
      <p:pic>
        <p:nvPicPr>
          <p:cNvPr id="6" name="Picture 5" descr="method_09_llm_reorga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894"/>
            <a:ext cx="11091672" cy="4452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consumption_evict_plain</a:t>
            </a:r>
          </a:p>
        </p:txBody>
      </p:sp>
      <p:pic>
        <p:nvPicPr>
          <p:cNvPr id="6" name="Picture 5" descr="method_10_consumption_evict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4854"/>
            <a:ext cx="11091672" cy="3728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consumption_evict_facts</a:t>
            </a:r>
          </a:p>
        </p:txBody>
      </p:sp>
      <p:pic>
        <p:nvPicPr>
          <p:cNvPr id="6" name="Picture 5" descr="method_11_consumption_evict_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4702"/>
            <a:ext cx="11091672" cy="40086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86000" cy="41148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ACTION-GRAPH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11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E3A8A"/>
                </a:solidFill>
                <a:latin typeface="Calibri"/>
              </a:rPr>
              <a:t>consumption_evict_outline</a:t>
            </a:r>
          </a:p>
        </p:txBody>
      </p:sp>
      <p:pic>
        <p:nvPicPr>
          <p:cNvPr id="6" name="Picture 5" descr="method_12_consumption_evict_ou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894"/>
            <a:ext cx="11091672" cy="4452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Headline result — none dominates on N=10 SWE-bench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The training-free heuristic-compaction Pareto frontier vs. no-compaction baseline.</a:t>
            </a:r>
          </a:p>
        </p:txBody>
      </p:sp>
      <p:pic>
        <p:nvPicPr>
          <p:cNvPr id="5" name="Picture 4" descr="fig1_pareto_swe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393" y="1417320"/>
            <a:ext cx="763416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Cost decomposition — uncached input tokens dominate after cliffs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Each compaction event invalidates the prefix cache → uncached re-billing dominates.</a:t>
            </a:r>
          </a:p>
        </p:txBody>
      </p:sp>
      <p:pic>
        <p:nvPicPr>
          <p:cNvPr id="5" name="Picture 4" descr="fig2_cost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238" y="1417320"/>
            <a:ext cx="815447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  <a:latin typeface="Calibri"/>
              </a:rPr>
              <a:t>Cliff tax — 10× cost amplification per compaction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$0.10/MTok cached vs $1.00/MTok uncached. One cliff fires the difference for the rest of the trajectory.</a:t>
            </a:r>
          </a:p>
        </p:txBody>
      </p:sp>
      <p:pic>
        <p:nvPicPr>
          <p:cNvPr id="5" name="Picture 4" descr="fig5_cliff_ampl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744" y="1417320"/>
            <a:ext cx="7273463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AdaptiveCache · Vlad Cainamisir · 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095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